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8" r:id="rId5"/>
    <p:sldId id="267" r:id="rId6"/>
    <p:sldId id="259" r:id="rId7"/>
    <p:sldId id="260" r:id="rId8"/>
    <p:sldId id="270" r:id="rId9"/>
    <p:sldId id="269" r:id="rId10"/>
    <p:sldId id="261" r:id="rId11"/>
    <p:sldId id="265" r:id="rId12"/>
    <p:sldId id="262" r:id="rId13"/>
    <p:sldId id="264" r:id="rId14"/>
    <p:sldId id="266" r:id="rId15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10" y="-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56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8C01-7AED-3987-B7E9-DA85C439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F945C-EB62-2AC9-9650-3A92A0A41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D7304-0FD1-A0F7-BB2D-820E8FB7B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9FFD3-2B9F-1BC4-3F8B-40D2BBFCAD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20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38CF1-0597-9BE5-BAE2-B3E869F8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632D5-5316-26B6-8AC9-1EA3F1148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97F92-1648-DAFF-49E6-EF426B238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3486-A90B-3973-7FD2-390536193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5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08AC7-BFBE-106C-500F-B0BBC32DB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7909A-7204-4D72-00E3-226AD65D8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AD965-2907-2D03-DB19-01DF73EC0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E6DE2-FC12-F933-9ACF-F4F596914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19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5838-2B35-CDEE-F3B0-711618A9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0C9FD9-28B6-F5FD-3134-5822B4EBD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62537-35BB-FBBB-28F1-1B7BEE437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1E8B-4A33-7BE2-D0C6-CB748698A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27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67513" y="2185780"/>
            <a:ext cx="11495373" cy="3118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Design and Development of a Wi-Fi 6 (802.11ax) Wireless Local Area Network Architecture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0290A-817A-0CDE-EDFD-21CC221ECAC3}"/>
              </a:ext>
            </a:extLst>
          </p:cNvPr>
          <p:cNvSpPr txBox="1"/>
          <p:nvPr/>
        </p:nvSpPr>
        <p:spPr>
          <a:xfrm>
            <a:off x="9605308" y="5085283"/>
            <a:ext cx="3352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Sivagami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68546-B17F-C75F-1CE9-E7061EE27618}"/>
              </a:ext>
            </a:extLst>
          </p:cNvPr>
          <p:cNvSpPr txBox="1"/>
          <p:nvPr/>
        </p:nvSpPr>
        <p:spPr>
          <a:xfrm>
            <a:off x="261873" y="4958634"/>
            <a:ext cx="705332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Emad Farooqui (192511019)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R (192511008)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Rayhaan Khan (192511006)</a:t>
            </a:r>
          </a:p>
        </p:txBody>
      </p:sp>
      <p:pic>
        <p:nvPicPr>
          <p:cNvPr id="1026" name="Picture 2" descr="SIMATS ENGINEERING —BIOTECHNOLOGY">
            <a:extLst>
              <a:ext uri="{FF2B5EF4-FFF2-40B4-BE49-F238E27FC236}">
                <a16:creationId xmlns:a16="http://schemas.microsoft.com/office/drawing/2014/main" id="{F685B9F6-5321-A98F-5581-4F03E0E45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8" y="211874"/>
            <a:ext cx="14552342" cy="140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89" y="510282"/>
            <a:ext cx="12558795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Table of Content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89" y="1952318"/>
            <a:ext cx="13042821" cy="5229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Wi-fi 6 System Design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Configuration and Optimization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Testing and Troubleshooting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and Extensions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2" name="image4.png">
            <a:extLst>
              <a:ext uri="{FF2B5EF4-FFF2-40B4-BE49-F238E27FC236}">
                <a16:creationId xmlns:a16="http://schemas.microsoft.com/office/drawing/2014/main" id="{2D95CECD-1E2D-C869-C87E-1B20E2B6D77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5" name="image1.png">
            <a:extLst>
              <a:ext uri="{FF2B5EF4-FFF2-40B4-BE49-F238E27FC236}">
                <a16:creationId xmlns:a16="http://schemas.microsoft.com/office/drawing/2014/main" id="{6C99B993-462A-199C-CE35-0CE42173A97F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67716-2258-7EC8-B570-7D39E2F0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4932DEA-6AFF-850E-CE11-607E58664E3E}"/>
              </a:ext>
            </a:extLst>
          </p:cNvPr>
          <p:cNvSpPr/>
          <p:nvPr/>
        </p:nvSpPr>
        <p:spPr>
          <a:xfrm>
            <a:off x="793789" y="510282"/>
            <a:ext cx="12558795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Abstract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617B4CD-36F8-DAD9-1859-C1C7C5B01596}"/>
              </a:ext>
            </a:extLst>
          </p:cNvPr>
          <p:cNvSpPr/>
          <p:nvPr/>
        </p:nvSpPr>
        <p:spPr>
          <a:xfrm>
            <a:off x="793789" y="195231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titled “Design and Development of a Wi-Fi 6 (802.11ax) Wireless Local Area Network (WLAN) Architecture.”</a:t>
            </a: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designing, simulating, and analyzing a next-generation wireless network using Cisco Packet Tracer.</a:t>
            </a: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6 (IEEE 802.11ax) introduces advanced technologies like OFDMA, MU-MIMO, and Target Wake Time (TWT) for improved performance.</a:t>
            </a: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build a scalable, high-performance WLAN that reduces latency and increases throughput, signal coverage, and reliability.</a:t>
            </a: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includes configuring wireless routers, access points, and client devices in a simulated setup to analyze real-world performance.</a:t>
            </a: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parameters such as signal strength, bandwidth usage, and latency are tested under varying user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loads.Optimization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 (like channel management and bandwidth tuning) are used to minimize interference and enhance connection stability.</a:t>
            </a:r>
          </a:p>
          <a:p>
            <a:pPr marL="342900" indent="-342900" algn="just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that Wi-Fi 6 outperforms older Wi-Fi versions, especially in multi-user scenarios, proving its value for smart homes, enterprises, and IoT applications.</a:t>
            </a:r>
          </a:p>
        </p:txBody>
      </p:sp>
      <p:pic>
        <p:nvPicPr>
          <p:cNvPr id="2" name="image4.png">
            <a:extLst>
              <a:ext uri="{FF2B5EF4-FFF2-40B4-BE49-F238E27FC236}">
                <a16:creationId xmlns:a16="http://schemas.microsoft.com/office/drawing/2014/main" id="{0493E3B7-FAF2-7801-6F44-A54505CF045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5" name="image1.png">
            <a:extLst>
              <a:ext uri="{FF2B5EF4-FFF2-40B4-BE49-F238E27FC236}">
                <a16:creationId xmlns:a16="http://schemas.microsoft.com/office/drawing/2014/main" id="{CF628ECA-D88A-05FB-2CF1-D46AF8FA83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391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65002" y="502989"/>
            <a:ext cx="10700395" cy="1387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 2"/>
          <p:cNvSpPr/>
          <p:nvPr/>
        </p:nvSpPr>
        <p:spPr>
          <a:xfrm>
            <a:off x="927197" y="2181576"/>
            <a:ext cx="277427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OFDMA Technology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27197" y="2649253"/>
            <a:ext cx="3346371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Orthogonal Frequency Division Multiple Access allows simultaneous device communication, reducing latency.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93883" y="2181576"/>
            <a:ext cx="3207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MU-MIMO Enhancement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93883" y="2649253"/>
            <a:ext cx="3346371" cy="96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Multi-User MIMO serves multiple devices simultaneously with improved spectral efficiency.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27197" y="4561159"/>
            <a:ext cx="316599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Target Wake Time (TWT)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27197" y="5028837"/>
            <a:ext cx="7313057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Power-efficient scheduling allows devices to sleep longer, extending battery life significantly.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7885" y="6110877"/>
            <a:ext cx="8285438" cy="1794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Key Challenge:</a:t>
            </a: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Previous Wi-Fi standards struggled in high-density environments with interference and congestion. Wi-Fi 6 solves these through advanced spectrum management and efficiency protocols.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What Is WiFi 6, and Is It Really Worth ...">
            <a:extLst>
              <a:ext uri="{FF2B5EF4-FFF2-40B4-BE49-F238E27FC236}">
                <a16:creationId xmlns:a16="http://schemas.microsoft.com/office/drawing/2014/main" id="{3B04BB01-FF3D-C100-18C4-6B17AD16E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615" y="1972264"/>
            <a:ext cx="5157787" cy="495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1.png">
            <a:extLst>
              <a:ext uri="{FF2B5EF4-FFF2-40B4-BE49-F238E27FC236}">
                <a16:creationId xmlns:a16="http://schemas.microsoft.com/office/drawing/2014/main" id="{F31A8080-85F2-9079-56C6-E1B12BF9E8CA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  <p:pic>
        <p:nvPicPr>
          <p:cNvPr id="14" name="image4.png">
            <a:extLst>
              <a:ext uri="{FF2B5EF4-FFF2-40B4-BE49-F238E27FC236}">
                <a16:creationId xmlns:a16="http://schemas.microsoft.com/office/drawing/2014/main" id="{7B2EF214-60B9-6391-BC70-77A6AE2761A2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4D735-B30A-D3E0-35A4-22FB8FFA7721}"/>
              </a:ext>
            </a:extLst>
          </p:cNvPr>
          <p:cNvCxnSpPr>
            <a:cxnSpLocks/>
          </p:cNvCxnSpPr>
          <p:nvPr/>
        </p:nvCxnSpPr>
        <p:spPr>
          <a:xfrm>
            <a:off x="4523492" y="2008401"/>
            <a:ext cx="0" cy="2106399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6A7E-5D4B-1F6A-8992-AE4A2A99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DFB0174-5B78-F75C-9CE4-81FE00DB46D1}"/>
              </a:ext>
            </a:extLst>
          </p:cNvPr>
          <p:cNvSpPr/>
          <p:nvPr/>
        </p:nvSpPr>
        <p:spPr>
          <a:xfrm>
            <a:off x="1811215" y="588245"/>
            <a:ext cx="11007970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Work flow 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4.png">
            <a:extLst>
              <a:ext uri="{FF2B5EF4-FFF2-40B4-BE49-F238E27FC236}">
                <a16:creationId xmlns:a16="http://schemas.microsoft.com/office/drawing/2014/main" id="{B5FF242B-9589-7127-19CC-DB1AC5E8A4D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17" name="image1.png">
            <a:extLst>
              <a:ext uri="{FF2B5EF4-FFF2-40B4-BE49-F238E27FC236}">
                <a16:creationId xmlns:a16="http://schemas.microsoft.com/office/drawing/2014/main" id="{AB753476-AF6B-85AA-6AF3-DAAC0E67C8E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5E899-09E5-5A8A-AC76-04B38EFBA7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017"/>
          <a:stretch>
            <a:fillRect/>
          </a:stretch>
        </p:blipFill>
        <p:spPr>
          <a:xfrm>
            <a:off x="2550841" y="1873405"/>
            <a:ext cx="9528717" cy="51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07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94624" y="479445"/>
            <a:ext cx="11441151" cy="1495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7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Module 1: Wi-Fi 6 System Design</a:t>
            </a:r>
            <a:endParaRPr lang="en-US" sz="4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5289" y="2110223"/>
            <a:ext cx="2991445" cy="373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Network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5289" y="2701725"/>
            <a:ext cx="35452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Wi-Fi 6 access points with advanced antennas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5289" y="3473846"/>
            <a:ext cx="35452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Client devices with compatible wireless NICs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5289" y="4245966"/>
            <a:ext cx="35452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Backend servers and managed switches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5289" y="5018086"/>
            <a:ext cx="35452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Centralized network management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58894" y="2110223"/>
            <a:ext cx="3545205" cy="747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Configuration Framework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58894" y="2701724"/>
            <a:ext cx="35452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SSID broadcast and segmentation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658894" y="3473846"/>
            <a:ext cx="35452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DHCP pools for dynamic IP assignment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51275" y="4258943"/>
            <a:ext cx="3545205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WPA3 security with encryption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58894" y="5018086"/>
            <a:ext cx="354520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QoS policies for bandwidth management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61405" y="6761798"/>
            <a:ext cx="7621191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6237C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Outcome:</a:t>
            </a: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Fully functional, simulation-ready WLAN architecture meeting enterprise standards.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1.png">
            <a:extLst>
              <a:ext uri="{FF2B5EF4-FFF2-40B4-BE49-F238E27FC236}">
                <a16:creationId xmlns:a16="http://schemas.microsoft.com/office/drawing/2014/main" id="{30DDE640-E0DD-4562-5EFF-DD4986EDED8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  <p:pic>
        <p:nvPicPr>
          <p:cNvPr id="15" name="image4.png">
            <a:extLst>
              <a:ext uri="{FF2B5EF4-FFF2-40B4-BE49-F238E27FC236}">
                <a16:creationId xmlns:a16="http://schemas.microsoft.com/office/drawing/2014/main" id="{FED1EE1F-E125-B12A-8DA2-7195AB9E7E7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D34EB3-B8E0-EC17-8E8E-69BA616E2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002" y="1975108"/>
            <a:ext cx="5960856" cy="534656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DA9355-C91A-8767-EA53-8253E0C8DBC6}"/>
              </a:ext>
            </a:extLst>
          </p:cNvPr>
          <p:cNvCxnSpPr/>
          <p:nvPr/>
        </p:nvCxnSpPr>
        <p:spPr>
          <a:xfrm>
            <a:off x="4300468" y="1840230"/>
            <a:ext cx="0" cy="437769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51494" y="805118"/>
            <a:ext cx="10727412" cy="68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Module 2: Configuration and Optimization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67831" y="3864798"/>
            <a:ext cx="339816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Power Settings Adjustment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82698" y="4438235"/>
            <a:ext cx="11208939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Optimize transmit power levels to balance coverage range with energy efficiency and interference mitigation.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7950" y="2555850"/>
            <a:ext cx="4123849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Device Association Optimization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382698" y="3195191"/>
            <a:ext cx="10930040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Implement load balancing and band steering to distribute clients evenly across available access points.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67831" y="4940526"/>
            <a:ext cx="3197304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Performance Verification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382698" y="5579867"/>
            <a:ext cx="11686531" cy="64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Monitor throughput improvements, latency reduction, and stable client connections across the network.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D44FACF9-1367-7C85-40D3-D19C3B9ABBD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  <p:pic>
        <p:nvPicPr>
          <p:cNvPr id="21" name="image4.png">
            <a:extLst>
              <a:ext uri="{FF2B5EF4-FFF2-40B4-BE49-F238E27FC236}">
                <a16:creationId xmlns:a16="http://schemas.microsoft.com/office/drawing/2014/main" id="{72A7E390-90D3-8547-EE85-B697B7C0258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507D-F4E1-26EA-58F7-456ED686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9433070-3A50-768D-83A0-4E324001ABDD}"/>
              </a:ext>
            </a:extLst>
          </p:cNvPr>
          <p:cNvSpPr/>
          <p:nvPr/>
        </p:nvSpPr>
        <p:spPr>
          <a:xfrm>
            <a:off x="1951494" y="805118"/>
            <a:ext cx="10727412" cy="68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Module 2: Configuration and Optimization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521B1448-BB02-48E8-D40A-E70518EF8D8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  <p:pic>
        <p:nvPicPr>
          <p:cNvPr id="21" name="image4.png">
            <a:extLst>
              <a:ext uri="{FF2B5EF4-FFF2-40B4-BE49-F238E27FC236}">
                <a16:creationId xmlns:a16="http://schemas.microsoft.com/office/drawing/2014/main" id="{E9C1A273-E5AD-70C1-E350-FDE7DA5354B7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018837-E862-C59D-07A4-59A46E3BC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262" y="2105352"/>
            <a:ext cx="4733876" cy="48262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2AD034F-1988-1D7E-1B2B-A0AB824DB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5738" y="2105352"/>
            <a:ext cx="4254008" cy="48262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8FE331-2DE9-4624-3292-EBA141453E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380" y="2105353"/>
            <a:ext cx="4342679" cy="482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21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CB06-CB3E-3AC7-C648-7669856B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1AED0AF-364C-BE57-7730-06975F670802}"/>
              </a:ext>
            </a:extLst>
          </p:cNvPr>
          <p:cNvSpPr/>
          <p:nvPr/>
        </p:nvSpPr>
        <p:spPr>
          <a:xfrm>
            <a:off x="1951494" y="805118"/>
            <a:ext cx="10727412" cy="68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Module 2: Configuration and Optimization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C505973F-369E-84CA-F2BC-BFC6C391984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  <p:pic>
        <p:nvPicPr>
          <p:cNvPr id="21" name="image4.png">
            <a:extLst>
              <a:ext uri="{FF2B5EF4-FFF2-40B4-BE49-F238E27FC236}">
                <a16:creationId xmlns:a16="http://schemas.microsoft.com/office/drawing/2014/main" id="{1CA0EC4C-802F-DBF2-23AA-90888868B5A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A03C0F-73EF-5D56-5ED9-4513D3B92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229" y="2011595"/>
            <a:ext cx="4517949" cy="52813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8433265-2B0C-1CCB-9E01-C7780F840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545" y="2011596"/>
            <a:ext cx="4569047" cy="528130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B8E0D1-1CE9-7E9C-2E6B-3018A38AFF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0671" r="33945" b="24105"/>
          <a:stretch>
            <a:fillRect/>
          </a:stretch>
        </p:blipFill>
        <p:spPr>
          <a:xfrm>
            <a:off x="9639621" y="1918010"/>
            <a:ext cx="4377462" cy="31640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E7ED1DE-3951-CE57-0E64-A71D1E91E54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2614" r="36875" b="21596"/>
          <a:stretch>
            <a:fillRect/>
          </a:stretch>
        </p:blipFill>
        <p:spPr>
          <a:xfrm>
            <a:off x="9823224" y="5174166"/>
            <a:ext cx="3860320" cy="289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07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11215" y="588245"/>
            <a:ext cx="11007970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Module 3: Testing and Troubleshooting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7683" y="195252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Testing 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6349" y="2440151"/>
            <a:ext cx="38171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Comprehensive evaluation using: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6349" y="315714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Ping tests for latency measurement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6348" y="407908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File transfer simulations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36349" y="485944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Continuous traffic generation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6349" y="553040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Packet loss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68869" y="195252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Performance Metrics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85155" y="245678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Measured improvements: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77534" y="315668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Throughput increase: 40-50%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77533" y="406835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Latency reduction: 60-70%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85155" y="488392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Packet loss: &lt;0.5%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77532" y="552761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Stability index: &gt;99%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36349" y="6915550"/>
            <a:ext cx="992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6237C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Result:</a:t>
            </a: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Validated fault-tolerant architecture with superior performance over legacy standards.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4.png">
            <a:extLst>
              <a:ext uri="{FF2B5EF4-FFF2-40B4-BE49-F238E27FC236}">
                <a16:creationId xmlns:a16="http://schemas.microsoft.com/office/drawing/2014/main" id="{9311BD3F-D5B3-15D4-BE31-35F1DFCC8D0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17" name="image1.png">
            <a:extLst>
              <a:ext uri="{FF2B5EF4-FFF2-40B4-BE49-F238E27FC236}">
                <a16:creationId xmlns:a16="http://schemas.microsoft.com/office/drawing/2014/main" id="{24593D25-C762-392B-F332-011EB6FBABA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EBD18C-C3AE-A86A-A2DB-964FC8BF0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348" y="1850217"/>
            <a:ext cx="5889672" cy="466497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8C7EA9-E076-3F16-F6CD-4E61F51B2976}"/>
              </a:ext>
            </a:extLst>
          </p:cNvPr>
          <p:cNvCxnSpPr/>
          <p:nvPr/>
        </p:nvCxnSpPr>
        <p:spPr>
          <a:xfrm>
            <a:off x="4411980" y="1840230"/>
            <a:ext cx="0" cy="437769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384840" y="303312"/>
            <a:ext cx="5368612" cy="131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3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Conclusion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29426" y="2400538"/>
            <a:ext cx="31527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1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93187" y="2425661"/>
            <a:ext cx="6891814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Wi-Fi 6 represents a quantum leap in wireless technology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93186" y="2891313"/>
            <a:ext cx="10151921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ts val="2400"/>
              </a:lnSpc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OFDMA, MU-MIMO, and TWT fundamentally transform network efficiency and device coordination.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29426" y="3902868"/>
            <a:ext cx="31527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2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993187" y="3950613"/>
            <a:ext cx="7173039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Simulation-based validation proves real-world applicability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93187" y="4393644"/>
            <a:ext cx="10527060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ts val="2400"/>
              </a:lnSpc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Cisco Packet Tracer successfully demonstrates performance gains before hardware investment.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29426" y="5405199"/>
            <a:ext cx="31527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3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993187" y="5452943"/>
            <a:ext cx="6150054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Strategic optimization unlocks maximum potential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993186" y="5895975"/>
            <a:ext cx="10527059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ts val="2400"/>
              </a:lnSpc>
            </a:pPr>
            <a:r>
              <a:rPr lang="en-US" sz="2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Careful configuration and testing ensure networks meet enterprise-grade reliability standards.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4.png">
            <a:extLst>
              <a:ext uri="{FF2B5EF4-FFF2-40B4-BE49-F238E27FC236}">
                <a16:creationId xmlns:a16="http://schemas.microsoft.com/office/drawing/2014/main" id="{F7B8929F-0E2D-0C71-D3DD-1639B7BA3AC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17" name="image1.png">
            <a:extLst>
              <a:ext uri="{FF2B5EF4-FFF2-40B4-BE49-F238E27FC236}">
                <a16:creationId xmlns:a16="http://schemas.microsoft.com/office/drawing/2014/main" id="{7827B679-0A22-D1BB-066E-C8D50AAC332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39251" y="455771"/>
            <a:ext cx="7302103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Future Scope and Extensions</a:t>
            </a:r>
            <a:endParaRPr lang="en-US"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2044962" y="1879461"/>
            <a:ext cx="411122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IoT and Smart Home Integration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044962" y="2374303"/>
            <a:ext cx="959605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Extend architecture to support thousands of IoT devices with optimized power consumption.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2044962" y="3390115"/>
            <a:ext cx="3766304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AI-Based Adaptive Bandwidth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2044962" y="3881277"/>
            <a:ext cx="959605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Implement machine learning algorithms for dynamic spectrum allocation and traffic prediction.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2044962" y="4810006"/>
            <a:ext cx="3910965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Wi-Fi 6E and Wi-Fi 7 Hardware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2044962" y="5388251"/>
            <a:ext cx="959605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Transition from simulation to real-world testing with next-generation devices and 6 GHz band support.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2044962" y="6316980"/>
            <a:ext cx="3694033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Enterprise-Scale Deployment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2044962" y="6895225"/>
            <a:ext cx="9596053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Scale simulation to large campus networks supporting thousands of simultaneous connections.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4.png">
            <a:extLst>
              <a:ext uri="{FF2B5EF4-FFF2-40B4-BE49-F238E27FC236}">
                <a16:creationId xmlns:a16="http://schemas.microsoft.com/office/drawing/2014/main" id="{D1A651F1-9646-8BFB-B9B5-5E7868409FD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17" name="image1.png">
            <a:extLst>
              <a:ext uri="{FF2B5EF4-FFF2-40B4-BE49-F238E27FC236}">
                <a16:creationId xmlns:a16="http://schemas.microsoft.com/office/drawing/2014/main" id="{5A28EFD8-C785-027F-D2B0-F916014B609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41282" y="429769"/>
            <a:ext cx="2992763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References</a:t>
            </a:r>
            <a:endParaRPr lang="en-US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97883" y="2117527"/>
            <a:ext cx="116795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Cisco Systems. (2022). </a:t>
            </a:r>
            <a:r>
              <a:rPr lang="en-US" sz="21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Cisco Packet Tracer – Networking Simulation Tool</a:t>
            </a: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Cisco Networking Academy. https://www.netacad.com/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97883" y="3285530"/>
            <a:ext cx="116795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IEEE Standards Association. (2021). </a:t>
            </a:r>
            <a:r>
              <a:rPr lang="en-US" sz="21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IEEE 802.11ax™: High Efficiency WLAN Standard</a:t>
            </a: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IEEE.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297883" y="41148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Gast, M. (2021). </a:t>
            </a:r>
            <a:r>
              <a:rPr lang="en-US" sz="21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802.11ax (Wi-Fi 6): A Survival Guide</a:t>
            </a: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O'Reilly Media.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97883" y="4895731"/>
            <a:ext cx="116795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Aruba Networks. (2022). </a:t>
            </a:r>
            <a:r>
              <a:rPr lang="en-US" sz="21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Understanding Wi-Fi 6 and Its Benefits</a:t>
            </a: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Hewlett Packard Enterprise.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97883" y="5700832"/>
            <a:ext cx="116795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Tanenbaum, A. S., &amp; Wetherall, D. J. (2021). </a:t>
            </a:r>
            <a:r>
              <a:rPr lang="en-US" sz="21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Computer Networks</a:t>
            </a: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(6th ed.). Pearson Education.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97883" y="6505932"/>
            <a:ext cx="116795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NetSpot. (2023). </a:t>
            </a:r>
            <a:r>
              <a:rPr lang="en-US" sz="2100" i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Wi-Fi Performance Analysis and Heatmap Tools</a:t>
            </a:r>
            <a:r>
              <a:rPr lang="en-US" sz="2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. https://www.netspotapp.com/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4.png">
            <a:extLst>
              <a:ext uri="{FF2B5EF4-FFF2-40B4-BE49-F238E27FC236}">
                <a16:creationId xmlns:a16="http://schemas.microsoft.com/office/drawing/2014/main" id="{F36C6525-9332-570D-46A3-90844F70EA3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521650" y="324280"/>
            <a:ext cx="801370" cy="990600"/>
          </a:xfrm>
          <a:prstGeom prst="rect">
            <a:avLst/>
          </a:prstGeom>
          <a:ln/>
        </p:spPr>
      </p:pic>
      <p:pic>
        <p:nvPicPr>
          <p:cNvPr id="11" name="image1.png">
            <a:extLst>
              <a:ext uri="{FF2B5EF4-FFF2-40B4-BE49-F238E27FC236}">
                <a16:creationId xmlns:a16="http://schemas.microsoft.com/office/drawing/2014/main" id="{70765BCB-4836-C1FC-68B6-2330EAF1A24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7380" y="324280"/>
            <a:ext cx="908050" cy="9271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5F4CCC-E3C0-EBED-3FEC-0C7AE56A8ACE}"/>
              </a:ext>
            </a:extLst>
          </p:cNvPr>
          <p:cNvSpPr txBox="1"/>
          <p:nvPr/>
        </p:nvSpPr>
        <p:spPr>
          <a:xfrm>
            <a:off x="4812323" y="3314581"/>
            <a:ext cx="500575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rgbClr val="F95F88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Thank You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048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804</Words>
  <Application>Microsoft Office PowerPoint</Application>
  <PresentationFormat>Custom</PresentationFormat>
  <Paragraphs>109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Deepak Rajesh</cp:lastModifiedBy>
  <cp:revision>13</cp:revision>
  <dcterms:created xsi:type="dcterms:W3CDTF">2025-10-28T07:32:55Z</dcterms:created>
  <dcterms:modified xsi:type="dcterms:W3CDTF">2025-11-10T03:46:10Z</dcterms:modified>
</cp:coreProperties>
</file>